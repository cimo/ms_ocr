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charts/chart1.xml" ContentType="application/vnd.openxmlformats-officedocument.drawingml.chart+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media/image6.svg" ContentType="image/svg"/>
  <Override PartName="/ppt/media/image2.svg" ContentType="image/svg"/>
  <Override PartName="/ppt/media/image4.svg" ContentType="image/svg"/>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Lst>
  <p:sldSz cx="10080625" cy="567055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presProps" Target="presProps.xml"/>
</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barChart>
        <c:barDir val="col"/>
        <c:grouping val="clustered"/>
        <c:varyColors val="0"/>
        <c:ser>
          <c:idx val="0"/>
          <c:order val="0"/>
          <c:tx>
            <c:strRef>
              <c:f>label 0</c:f>
              <c:strCache>
                <c:ptCount val="1"/>
                <c:pt idx="0">
                  <c:v>Column 1</c:v>
                </c:pt>
              </c:strCache>
            </c:strRef>
          </c:tx>
          <c:spPr>
            <a:solidFill>
              <a:srgbClr val="004586"/>
            </a:solidFill>
            <a:ln w="0">
              <a:noFill/>
            </a:ln>
          </c:spPr>
          <c:invertIfNegative val="0"/>
          <c:dLbls>
            <c:txPr>
              <a:bodyPr wrap="none"/>
              <a:lstStyle/>
              <a:p>
                <a:pPr>
                  <a:defRPr sz="1000" b="0" u="none" strike="noStrike">
                    <a:solidFill>
                      <a:srgbClr val="000000"/>
                    </a:solidFill>
                    <a:uFillTx/>
                    <a:latin typeface="Arial"/>
                    <a:ea typeface="DejaVu Sans"/>
                  </a:defRPr>
                </a:pPr>
              </a:p>
            </c:txPr>
            <c:dLblPos val="outEnd"/>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4"/>
                <c:pt idx="0">
                  <c:v>Row 1</c:v>
                </c:pt>
                <c:pt idx="1">
                  <c:v>Row 2</c:v>
                </c:pt>
                <c:pt idx="2">
                  <c:v>Row 3</c:v>
                </c:pt>
                <c:pt idx="3">
                  <c:v>Row 4</c:v>
                </c:pt>
              </c:strCache>
            </c:strRef>
          </c:cat>
          <c:val>
            <c:numRef>
              <c:f>0</c:f>
              <c:numCache>
                <c:formatCode>General</c:formatCode>
                <c:ptCount val="4"/>
                <c:pt idx="0">
                  <c:v>9.1</c:v>
                </c:pt>
                <c:pt idx="1">
                  <c:v>2.4</c:v>
                </c:pt>
                <c:pt idx="2">
                  <c:v>3.1</c:v>
                </c:pt>
                <c:pt idx="3">
                  <c:v>4.3</c:v>
                </c:pt>
              </c:numCache>
            </c:numRef>
          </c:val>
        </c:ser>
        <c:ser>
          <c:idx val="1"/>
          <c:order val="1"/>
          <c:tx>
            <c:strRef>
              <c:f>label 1</c:f>
              <c:strCache>
                <c:ptCount val="1"/>
                <c:pt idx="0">
                  <c:v>Column 2</c:v>
                </c:pt>
              </c:strCache>
            </c:strRef>
          </c:tx>
          <c:spPr>
            <a:solidFill>
              <a:srgbClr val="ff420e"/>
            </a:solidFill>
            <a:ln w="0">
              <a:noFill/>
            </a:ln>
          </c:spPr>
          <c:invertIfNegative val="0"/>
          <c:dLbls>
            <c:txPr>
              <a:bodyPr wrap="none"/>
              <a:lstStyle/>
              <a:p>
                <a:pPr>
                  <a:defRPr sz="1000" b="0" u="none" strike="noStrike">
                    <a:solidFill>
                      <a:srgbClr val="000000"/>
                    </a:solidFill>
                    <a:uFillTx/>
                    <a:latin typeface="Arial"/>
                    <a:ea typeface="DejaVu Sans"/>
                  </a:defRPr>
                </a:pPr>
              </a:p>
            </c:txPr>
            <c:dLblPos val="outEnd"/>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4"/>
                <c:pt idx="0">
                  <c:v>Row 1</c:v>
                </c:pt>
                <c:pt idx="1">
                  <c:v>Row 2</c:v>
                </c:pt>
                <c:pt idx="2">
                  <c:v>Row 3</c:v>
                </c:pt>
                <c:pt idx="3">
                  <c:v>Row 4</c:v>
                </c:pt>
              </c:strCache>
            </c:strRef>
          </c:cat>
          <c:val>
            <c:numRef>
              <c:f>1</c:f>
              <c:numCache>
                <c:formatCode>General</c:formatCode>
                <c:ptCount val="4"/>
                <c:pt idx="0">
                  <c:v>3.2</c:v>
                </c:pt>
                <c:pt idx="1">
                  <c:v>8.8</c:v>
                </c:pt>
                <c:pt idx="2">
                  <c:v>1.5</c:v>
                </c:pt>
                <c:pt idx="3">
                  <c:v>9.02</c:v>
                </c:pt>
              </c:numCache>
            </c:numRef>
          </c:val>
        </c:ser>
        <c:ser>
          <c:idx val="2"/>
          <c:order val="2"/>
          <c:tx>
            <c:strRef>
              <c:f>label 2</c:f>
              <c:strCache>
                <c:ptCount val="1"/>
                <c:pt idx="0">
                  <c:v>Column 3</c:v>
                </c:pt>
              </c:strCache>
            </c:strRef>
          </c:tx>
          <c:spPr>
            <a:solidFill>
              <a:srgbClr val="ffd320"/>
            </a:solidFill>
            <a:ln w="0">
              <a:noFill/>
            </a:ln>
          </c:spPr>
          <c:invertIfNegative val="0"/>
          <c:dLbls>
            <c:txPr>
              <a:bodyPr wrap="none"/>
              <a:lstStyle/>
              <a:p>
                <a:pPr>
                  <a:defRPr sz="1000" b="0" u="none" strike="noStrike">
                    <a:solidFill>
                      <a:srgbClr val="000000"/>
                    </a:solidFill>
                    <a:uFillTx/>
                    <a:latin typeface="Arial"/>
                    <a:ea typeface="DejaVu Sans"/>
                  </a:defRPr>
                </a:pPr>
              </a:p>
            </c:txPr>
            <c:dLblPos val="outEnd"/>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4"/>
                <c:pt idx="0">
                  <c:v>Row 1</c:v>
                </c:pt>
                <c:pt idx="1">
                  <c:v>Row 2</c:v>
                </c:pt>
                <c:pt idx="2">
                  <c:v>Row 3</c:v>
                </c:pt>
                <c:pt idx="3">
                  <c:v>Row 4</c:v>
                </c:pt>
              </c:strCache>
            </c:strRef>
          </c:cat>
          <c:val>
            <c:numRef>
              <c:f>2</c:f>
              <c:numCache>
                <c:formatCode>General</c:formatCode>
                <c:ptCount val="4"/>
                <c:pt idx="0">
                  <c:v>4.54</c:v>
                </c:pt>
                <c:pt idx="1">
                  <c:v>9.65</c:v>
                </c:pt>
                <c:pt idx="2">
                  <c:v>3.7</c:v>
                </c:pt>
                <c:pt idx="3">
                  <c:v>6.2</c:v>
                </c:pt>
              </c:numCache>
            </c:numRef>
          </c:val>
        </c:ser>
        <c:gapWidth val="100"/>
        <c:overlap val="0"/>
        <c:axId val="49017132"/>
        <c:axId val="43613292"/>
      </c:barChart>
      <c:catAx>
        <c:axId val="49017132"/>
        <c:scaling>
          <c:orientation val="minMax"/>
        </c:scaling>
        <c:delete val="0"/>
        <c:axPos val="b"/>
        <c:numFmt formatCode="[$-411]yyyy/mm/dd" sourceLinked="0"/>
        <c:majorTickMark val="out"/>
        <c:minorTickMark val="none"/>
        <c:tickLblPos val="nextTo"/>
        <c:spPr>
          <a:ln w="0">
            <a:solidFill>
              <a:srgbClr val="b3b3b3"/>
            </a:solidFill>
          </a:ln>
        </c:spPr>
        <c:txPr>
          <a:bodyPr/>
          <a:lstStyle/>
          <a:p>
            <a:pPr>
              <a:defRPr sz="1000" b="0" u="none" strike="noStrike">
                <a:solidFill>
                  <a:srgbClr val="000000"/>
                </a:solidFill>
                <a:uFillTx/>
                <a:latin typeface="Arial"/>
                <a:ea typeface="DejaVu Sans"/>
              </a:defRPr>
            </a:pPr>
          </a:p>
        </c:txPr>
        <c:crossAx val="43613292"/>
        <c:crosses val="autoZero"/>
        <c:auto val="1"/>
        <c:lblAlgn val="ctr"/>
        <c:lblOffset val="100"/>
        <c:noMultiLvlLbl val="0"/>
      </c:catAx>
      <c:valAx>
        <c:axId val="43613292"/>
        <c:scaling>
          <c:orientation val="minMax"/>
        </c:scaling>
        <c:delete val="0"/>
        <c:axPos val="l"/>
        <c:majorGridlines>
          <c:spPr>
            <a:ln w="0">
              <a:solidFill>
                <a:srgbClr val="b3b3b3"/>
              </a:solidFill>
            </a:ln>
          </c:spPr>
        </c:majorGridlines>
        <c:numFmt formatCode="General" sourceLinked="0"/>
        <c:majorTickMark val="out"/>
        <c:minorTickMark val="none"/>
        <c:tickLblPos val="nextTo"/>
        <c:spPr>
          <a:ln w="0">
            <a:solidFill>
              <a:srgbClr val="b3b3b3"/>
            </a:solidFill>
          </a:ln>
        </c:spPr>
        <c:txPr>
          <a:bodyPr/>
          <a:lstStyle/>
          <a:p>
            <a:pPr>
              <a:defRPr sz="1000" b="0" u="none" strike="noStrike">
                <a:solidFill>
                  <a:srgbClr val="000000"/>
                </a:solidFill>
                <a:uFillTx/>
                <a:latin typeface="Arial"/>
                <a:ea typeface="DejaVu Sans"/>
              </a:defRPr>
            </a:pPr>
          </a:p>
        </c:txPr>
        <c:crossAx val="49017132"/>
        <c:crosses val="autoZero"/>
        <c:crossBetween val="between"/>
      </c:valAx>
      <c:spPr>
        <a:noFill/>
        <a:ln w="0">
          <a:solidFill>
            <a:srgbClr val="b3b3b3"/>
          </a:solidFill>
        </a:ln>
      </c:spPr>
    </c:plotArea>
    <c:legend>
      <c:legendPos val="r"/>
      <c:overlay val="0"/>
      <c:spPr>
        <a:noFill/>
        <a:ln w="0">
          <a:noFill/>
        </a:ln>
      </c:spPr>
      <c:txPr>
        <a:bodyPr/>
        <a:lstStyle/>
        <a:p>
          <a:pPr>
            <a:defRPr sz="1000" b="0" u="none" strike="noStrike">
              <a:solidFill>
                <a:srgbClr val="000000"/>
              </a:solidFill>
              <a:uFillTx/>
              <a:latin typeface="Arial"/>
              <a:ea typeface="DejaVu Sans"/>
            </a:defRPr>
          </a:pPr>
        </a:p>
      </c:txPr>
    </c:legend>
    <c:plotVisOnly val="1"/>
    <c:dispBlanksAs val="gap"/>
  </c:chart>
  <c:spPr>
    <a:noFill/>
    <a:ln w="0">
      <a:noFill/>
    </a:ln>
  </c:spPr>
</c:chartSpace>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Blueprint Plans">
    <p:spTree>
      <p:nvGrpSpPr>
        <p:cNvPr id="1" name=""/>
        <p:cNvGrpSpPr/>
        <p:nvPr/>
      </p:nvGrpSpPr>
      <p:grpSpPr>
        <a:xfrm>
          <a:off x="0" y="0"/>
          <a:ext cx="0" cy="0"/>
          <a:chOff x="0" y="0"/>
          <a:chExt cx="0" cy="0"/>
        </a:xfrm>
      </p:grpSpPr>
      <p:pic>
        <p:nvPicPr>
          <p:cNvPr id="2" name=""/>
          <p:cNvPicPr/>
          <p:nvPr/>
        </p:nvPicPr>
        <p:blipFill>
          <a:blip r:embed="rId2">
            <a:extLst>
              <a:ext uri="{96DAC541-7B7A-43D3-8B79-37D633B846F1}">
                <asvg:svgBlip xmlns:asvg="http://schemas.microsoft.com/office/drawing/2016/SVG/main" r:embed="rId3"/>
              </a:ext>
            </a:extLst>
          </a:blip>
          <a:stretch/>
        </p:blipFill>
        <p:spPr>
          <a:xfrm>
            <a:off x="0" y="0"/>
            <a:ext cx="10079640" cy="5669640"/>
          </a:xfrm>
          <a:prstGeom prst="rect">
            <a:avLst/>
          </a:prstGeom>
          <a:noFill/>
          <a:ln w="18000">
            <a:noFill/>
          </a:ln>
        </p:spPr>
      </p:pic>
      <p:sp>
        <p:nvSpPr>
          <p:cNvPr id="3" name="PlaceHolder 1"/>
          <p:cNvSpPr>
            <a:spLocks noGrp="1"/>
          </p:cNvSpPr>
          <p:nvPr>
            <p:ph type="title"/>
          </p:nvPr>
        </p:nvSpPr>
        <p:spPr>
          <a:xfrm>
            <a:off x="504000" y="810000"/>
            <a:ext cx="9071640" cy="1295640"/>
          </a:xfrm>
          <a:prstGeom prst="rect">
            <a:avLst/>
          </a:prstGeom>
          <a:noFill/>
          <a:ln w="0">
            <a:noFill/>
          </a:ln>
        </p:spPr>
        <p:txBody>
          <a:bodyPr lIns="0" rIns="0" tIns="0" bIns="0" anchor="ctr">
            <a:noAutofit/>
          </a:bodyPr>
          <a:p>
            <a:pPr indent="0" algn="ctr">
              <a:lnSpc>
                <a:spcPct val="100000"/>
              </a:lnSpc>
              <a:buNone/>
              <a:tabLst>
                <a:tab algn="l" pos="0"/>
              </a:tabLst>
            </a:pPr>
            <a:r>
              <a:rPr lang="en-US" sz="4400" b="0" u="none" strike="noStrike">
                <a:solidFill>
                  <a:srgbClr val="ffffff"/>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4" name="PlaceHolder 2"/>
          <p:cNvSpPr>
            <a:spLocks noGrp="1"/>
          </p:cNvSpPr>
          <p:nvPr>
            <p:ph type="body"/>
          </p:nvPr>
        </p:nvSpPr>
        <p:spPr>
          <a:xfrm>
            <a:off x="504000" y="2376000"/>
            <a:ext cx="9071640" cy="2753640"/>
          </a:xfrm>
          <a:prstGeom prst="rect">
            <a:avLst/>
          </a:prstGeom>
          <a:noFill/>
          <a:ln w="0">
            <a:noFill/>
          </a:ln>
        </p:spPr>
        <p:txBody>
          <a:bodyPr lIns="0" rIns="0" tIns="0" bIns="0" anchor="t">
            <a:normAutofit/>
          </a:bodyPr>
          <a:p>
            <a:pPr marL="432000" indent="-324000">
              <a:lnSpc>
                <a:spcPct val="100000"/>
              </a:lnSpc>
              <a:spcBef>
                <a:spcPts val="1414"/>
              </a:spcBef>
              <a:buClr>
                <a:srgbClr val="ffffff"/>
              </a:buClr>
              <a:buSzPct val="45000"/>
              <a:buFont typeface="Wingdings" charset="2"/>
              <a:buChar char=""/>
            </a:pPr>
            <a:r>
              <a:rPr lang="en-US" sz="3200" b="0" u="none" strike="noStrike">
                <a:solidFill>
                  <a:srgbClr val="ffffff"/>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US" sz="2400" b="0" u="none" strike="noStrike">
                <a:solidFill>
                  <a:srgbClr val="ffffff"/>
                </a:solidFill>
                <a:effectLst/>
                <a:uFillTx/>
                <a:latin typeface="Arial"/>
              </a:rPr>
              <a:t>Second Outline Level</a:t>
            </a:r>
            <a:endParaRPr lang="en-US" sz="2400" b="0" u="none" strike="noStrike">
              <a:solidFill>
                <a:srgbClr val="000000"/>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US" sz="1800" b="0" u="none" strike="noStrike">
                <a:solidFill>
                  <a:srgbClr val="ffffff"/>
                </a:solidFill>
                <a:effectLst/>
                <a:uFillTx/>
                <a:latin typeface="Arial"/>
              </a:rPr>
              <a:t>Third Outline Level</a:t>
            </a:r>
            <a:endParaRPr lang="en-US" sz="1800" b="0" u="none" strike="noStrike">
              <a:solidFill>
                <a:srgbClr val="000000"/>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US" sz="1500" b="0" u="none" strike="noStrike">
                <a:solidFill>
                  <a:srgbClr val="ffffff"/>
                </a:solidFill>
                <a:effectLst/>
                <a:uFillTx/>
                <a:latin typeface="Arial"/>
              </a:rPr>
              <a:t>Fourth Outline Level</a:t>
            </a:r>
            <a:endParaRPr lang="en-US" sz="1500" b="0" u="none" strike="noStrike">
              <a:solidFill>
                <a:srgbClr val="000000"/>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US" sz="1500" b="0" u="none" strike="noStrike">
                <a:solidFill>
                  <a:srgbClr val="ffffff"/>
                </a:solidFill>
                <a:effectLst/>
                <a:uFillTx/>
                <a:latin typeface="Arial"/>
              </a:rPr>
              <a:t>Fifth Outline Level</a:t>
            </a:r>
            <a:endParaRPr lang="en-US" sz="1500" b="0" u="none" strike="noStrike">
              <a:solidFill>
                <a:srgbClr val="000000"/>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US" sz="1500" b="0" u="none" strike="noStrike">
                <a:solidFill>
                  <a:srgbClr val="ffffff"/>
                </a:solidFill>
                <a:effectLst/>
                <a:uFillTx/>
                <a:latin typeface="Arial"/>
              </a:rPr>
              <a:t>Sixth Outline Level</a:t>
            </a:r>
            <a:endParaRPr lang="en-US" sz="1500" b="0" u="none" strike="noStrike">
              <a:solidFill>
                <a:srgbClr val="000000"/>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US" sz="1500" b="0" u="none" strike="noStrike">
                <a:solidFill>
                  <a:srgbClr val="ffffff"/>
                </a:solidFill>
                <a:effectLst/>
                <a:uFillTx/>
                <a:latin typeface="Arial"/>
              </a:rPr>
              <a:t>Seventh Outline Level</a:t>
            </a:r>
            <a:endParaRPr lang="en-US" sz="1500" b="0" u="none" strike="noStrike">
              <a:solidFill>
                <a:srgbClr val="000000"/>
              </a:solidFill>
              <a:effectLst/>
              <a:uFillTx/>
              <a:latin typeface="Arial"/>
            </a:endParaRPr>
          </a:p>
        </p:txBody>
      </p:sp>
      <p:sp>
        <p:nvSpPr>
          <p:cNvPr id="5" name="PlaceHolder 3"/>
          <p:cNvSpPr>
            <a:spLocks noGrp="1"/>
          </p:cNvSpPr>
          <p:nvPr>
            <p:ph type="dt" idx="1"/>
          </p:nvPr>
        </p:nvSpPr>
        <p:spPr>
          <a:xfrm>
            <a:off x="504000" y="5164920"/>
            <a:ext cx="2347920" cy="390240"/>
          </a:xfrm>
          <a:prstGeom prst="rect">
            <a:avLst/>
          </a:prstGeom>
          <a:noFill/>
          <a:ln w="0">
            <a:noFill/>
          </a:ln>
        </p:spPr>
        <p:txBody>
          <a:bodyPr lIns="0" rIns="0" tIns="0" bIns="0" anchor="t">
            <a:noAutofit/>
          </a:bodyPr>
          <a:lstStyle>
            <a:lvl1pPr indent="0">
              <a:lnSpc>
                <a:spcPct val="100000"/>
              </a:lnSpc>
              <a:buNone/>
              <a:tabLst>
                <a:tab algn="l" pos="0"/>
              </a:tabLst>
              <a:defRPr lang="en-US" sz="1400" b="0" u="none" strike="noStrike">
                <a:solidFill>
                  <a:srgbClr val="ffffff"/>
                </a:solidFill>
                <a:effectLst/>
                <a:uFillTx/>
                <a:latin typeface="Arial"/>
              </a:defRPr>
            </a:lvl1pPr>
          </a:lstStyle>
          <a:p>
            <a:pPr indent="0">
              <a:lnSpc>
                <a:spcPct val="100000"/>
              </a:lnSpc>
              <a:buNone/>
              <a:tabLst>
                <a:tab algn="l" pos="0"/>
              </a:tabLst>
            </a:pPr>
            <a:r>
              <a:rPr lang="en-US" sz="1400" b="0" u="none" strike="noStrike">
                <a:solidFill>
                  <a:srgbClr val="ffffff"/>
                </a:solidFill>
                <a:effectLst/>
                <a:uFillTx/>
                <a:latin typeface="Arial"/>
              </a:rPr>
              <a:t>&lt;date/time&gt;</a:t>
            </a:r>
            <a:endParaRPr lang="en-US" sz="1400" b="0" u="none" strike="noStrike">
              <a:solidFill>
                <a:srgbClr val="000000"/>
              </a:solidFill>
              <a:effectLst/>
              <a:uFillTx/>
              <a:latin typeface="Noto Serif JP"/>
            </a:endParaRPr>
          </a:p>
        </p:txBody>
      </p:sp>
      <p:sp>
        <p:nvSpPr>
          <p:cNvPr id="6" name="PlaceHolder 4"/>
          <p:cNvSpPr>
            <a:spLocks noGrp="1"/>
          </p:cNvSpPr>
          <p:nvPr>
            <p:ph type="ftr" idx="2"/>
          </p:nvPr>
        </p:nvSpPr>
        <p:spPr>
          <a:xfrm>
            <a:off x="3447360" y="5164920"/>
            <a:ext cx="3194640" cy="390240"/>
          </a:xfrm>
          <a:prstGeom prst="rect">
            <a:avLst/>
          </a:prstGeom>
          <a:noFill/>
          <a:ln w="0">
            <a:noFill/>
          </a:ln>
        </p:spPr>
        <p:txBody>
          <a:bodyPr lIns="0" rIns="0" tIns="0" bIns="0" anchor="t">
            <a:noAutofit/>
          </a:bodyPr>
          <a:lstStyle>
            <a:lvl1pPr indent="0" algn="ctr">
              <a:lnSpc>
                <a:spcPct val="100000"/>
              </a:lnSpc>
              <a:buNone/>
              <a:tabLst>
                <a:tab algn="l" pos="0"/>
              </a:tabLst>
              <a:defRPr lang="en-US" sz="1400" b="0" u="none" strike="noStrike">
                <a:solidFill>
                  <a:srgbClr val="ffffff"/>
                </a:solidFill>
                <a:effectLst/>
                <a:uFillTx/>
                <a:latin typeface="Arial"/>
              </a:defRPr>
            </a:lvl1pPr>
          </a:lstStyle>
          <a:p>
            <a:pPr indent="0" algn="ctr">
              <a:lnSpc>
                <a:spcPct val="100000"/>
              </a:lnSpc>
              <a:buNone/>
              <a:tabLst>
                <a:tab algn="l" pos="0"/>
              </a:tabLst>
            </a:pPr>
            <a:r>
              <a:rPr lang="en-US" sz="1400" b="0" u="none" strike="noStrike">
                <a:solidFill>
                  <a:srgbClr val="ffffff"/>
                </a:solidFill>
                <a:effectLst/>
                <a:uFillTx/>
                <a:latin typeface="Arial"/>
              </a:rPr>
              <a:t>&lt;footer&gt;</a:t>
            </a:r>
            <a:endParaRPr lang="en-US" sz="1400" b="0" u="none" strike="noStrike">
              <a:solidFill>
                <a:srgbClr val="000000"/>
              </a:solidFill>
              <a:effectLst/>
              <a:uFillTx/>
              <a:latin typeface="Noto Serif JP"/>
            </a:endParaRPr>
          </a:p>
        </p:txBody>
      </p:sp>
      <p:sp>
        <p:nvSpPr>
          <p:cNvPr id="7" name="PlaceHolder 5"/>
          <p:cNvSpPr>
            <a:spLocks noGrp="1"/>
          </p:cNvSpPr>
          <p:nvPr>
            <p:ph type="sldNum" idx="3"/>
          </p:nvPr>
        </p:nvSpPr>
        <p:spPr>
          <a:xfrm>
            <a:off x="7227360" y="5164920"/>
            <a:ext cx="2347920" cy="390240"/>
          </a:xfrm>
          <a:prstGeom prst="rect">
            <a:avLst/>
          </a:prstGeom>
          <a:noFill/>
          <a:ln w="0">
            <a:noFill/>
          </a:ln>
        </p:spPr>
        <p:txBody>
          <a:bodyPr lIns="0" rIns="0" tIns="0" bIns="0" anchor="t">
            <a:noAutofit/>
          </a:bodyPr>
          <a:lstStyle>
            <a:lvl1pPr indent="0" algn="r">
              <a:lnSpc>
                <a:spcPct val="100000"/>
              </a:lnSpc>
              <a:buNone/>
              <a:tabLst>
                <a:tab algn="l" pos="0"/>
              </a:tabLst>
              <a:defRPr lang="en-US" sz="1400" b="0" u="none" strike="noStrike">
                <a:solidFill>
                  <a:srgbClr val="ffffff"/>
                </a:solidFill>
                <a:effectLst/>
                <a:uFillTx/>
                <a:latin typeface="Arial"/>
              </a:defRPr>
            </a:lvl1pPr>
          </a:lstStyle>
          <a:p>
            <a:pPr indent="0" algn="r">
              <a:lnSpc>
                <a:spcPct val="100000"/>
              </a:lnSpc>
              <a:buNone/>
              <a:tabLst>
                <a:tab algn="l" pos="0"/>
              </a:tabLst>
            </a:pPr>
            <a:fld id="{B5492286-11A1-4DC6-B012-44B36CC8DD45}" type="slidenum">
              <a:rPr lang="en-US" sz="1400" b="0" u="none" strike="noStrike">
                <a:solidFill>
                  <a:srgbClr val="ffffff"/>
                </a:solidFill>
                <a:effectLst/>
                <a:uFillTx/>
                <a:latin typeface="Arial"/>
              </a:rPr>
              <a:t>&lt;number&gt;</a:t>
            </a:fld>
            <a:endParaRPr lang="en-US" sz="1400" b="0" u="none" strike="noStrike">
              <a:solidFill>
                <a:srgbClr val="000000"/>
              </a:solidFill>
              <a:effectLst/>
              <a:uFillTx/>
              <a:latin typeface="Noto Serif JP"/>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spTree>
      <p:nvGrpSpPr>
        <p:cNvPr id="1" name=""/>
        <p:cNvGrpSpPr/>
        <p:nvPr/>
      </p:nvGrpSpPr>
      <p:grpSpPr>
        <a:xfrm>
          <a:off x="0" y="0"/>
          <a:ext cx="0" cy="0"/>
          <a:chOff x="0" y="0"/>
          <a:chExt cx="0" cy="0"/>
        </a:xfrm>
      </p:grpSpPr>
      <p:pic>
        <p:nvPicPr>
          <p:cNvPr id="8" name=""/>
          <p:cNvPicPr/>
          <p:nvPr/>
        </p:nvPicPr>
        <p:blipFill>
          <a:blip r:embed="rId2">
            <a:extLst>
              <a:ext uri="{96DAC541-7B7A-43D3-8B79-37D633B846F1}">
                <asvg:svgBlip xmlns:asvg="http://schemas.microsoft.com/office/drawing/2016/SVG/main" r:embed="rId3"/>
              </a:ext>
            </a:extLst>
          </a:blip>
          <a:stretch/>
        </p:blipFill>
        <p:spPr>
          <a:xfrm>
            <a:off x="0" y="0"/>
            <a:ext cx="10079640" cy="5669640"/>
          </a:xfrm>
          <a:prstGeom prst="rect">
            <a:avLst/>
          </a:prstGeom>
          <a:noFill/>
          <a:ln w="18000">
            <a:noFill/>
          </a:ln>
        </p:spPr>
      </p:pic>
      <p:sp>
        <p:nvSpPr>
          <p:cNvPr id="9" name="PlaceHolder 1"/>
          <p:cNvSpPr>
            <a:spLocks noGrp="1"/>
          </p:cNvSpPr>
          <p:nvPr>
            <p:ph type="title"/>
          </p:nvPr>
        </p:nvSpPr>
        <p:spPr>
          <a:xfrm>
            <a:off x="504000" y="810000"/>
            <a:ext cx="9071640" cy="1295640"/>
          </a:xfrm>
          <a:prstGeom prst="rect">
            <a:avLst/>
          </a:prstGeom>
          <a:noFill/>
          <a:ln w="0">
            <a:noFill/>
          </a:ln>
        </p:spPr>
        <p:txBody>
          <a:bodyPr lIns="0" rIns="0" tIns="0" bIns="0" anchor="ctr">
            <a:noAutofit/>
          </a:bodyPr>
          <a:p>
            <a:pPr indent="0" algn="ctr">
              <a:lnSpc>
                <a:spcPct val="100000"/>
              </a:lnSpc>
              <a:buNone/>
              <a:tabLst>
                <a:tab algn="l" pos="0"/>
              </a:tabLst>
            </a:pPr>
            <a:r>
              <a:rPr lang="en-US" sz="4400" b="0" u="none" strike="noStrike">
                <a:solidFill>
                  <a:srgbClr val="ffffff"/>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10" name="PlaceHolder 2"/>
          <p:cNvSpPr>
            <a:spLocks noGrp="1"/>
          </p:cNvSpPr>
          <p:nvPr>
            <p:ph type="body"/>
          </p:nvPr>
        </p:nvSpPr>
        <p:spPr>
          <a:xfrm>
            <a:off x="504000" y="2376000"/>
            <a:ext cx="9071640" cy="2753640"/>
          </a:xfrm>
          <a:prstGeom prst="rect">
            <a:avLst/>
          </a:prstGeom>
          <a:noFill/>
          <a:ln w="0">
            <a:noFill/>
          </a:ln>
        </p:spPr>
        <p:txBody>
          <a:bodyPr lIns="0" rIns="0" tIns="0" bIns="0" anchor="t">
            <a:normAutofit/>
          </a:bodyPr>
          <a:p>
            <a:pPr marL="432000" indent="-324000">
              <a:lnSpc>
                <a:spcPct val="100000"/>
              </a:lnSpc>
              <a:spcBef>
                <a:spcPts val="1414"/>
              </a:spcBef>
              <a:buClr>
                <a:srgbClr val="ffffff"/>
              </a:buClr>
              <a:buSzPct val="45000"/>
              <a:buFont typeface="Wingdings" charset="2"/>
              <a:buChar char=""/>
            </a:pPr>
            <a:r>
              <a:rPr lang="en-US" sz="3200" b="0" u="none" strike="noStrike">
                <a:solidFill>
                  <a:srgbClr val="ffffff"/>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US" sz="2400" b="0" u="none" strike="noStrike">
                <a:solidFill>
                  <a:srgbClr val="ffffff"/>
                </a:solidFill>
                <a:effectLst/>
                <a:uFillTx/>
                <a:latin typeface="Arial"/>
              </a:rPr>
              <a:t>Second Outline Level</a:t>
            </a:r>
            <a:endParaRPr lang="en-US" sz="2400" b="0" u="none" strike="noStrike">
              <a:solidFill>
                <a:srgbClr val="000000"/>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US" sz="1800" b="0" u="none" strike="noStrike">
                <a:solidFill>
                  <a:srgbClr val="ffffff"/>
                </a:solidFill>
                <a:effectLst/>
                <a:uFillTx/>
                <a:latin typeface="Arial"/>
              </a:rPr>
              <a:t>Third Outline Level</a:t>
            </a:r>
            <a:endParaRPr lang="en-US" sz="1800" b="0" u="none" strike="noStrike">
              <a:solidFill>
                <a:srgbClr val="000000"/>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US" sz="1500" b="0" u="none" strike="noStrike">
                <a:solidFill>
                  <a:srgbClr val="ffffff"/>
                </a:solidFill>
                <a:effectLst/>
                <a:uFillTx/>
                <a:latin typeface="Arial"/>
              </a:rPr>
              <a:t>Fourth Outline Level</a:t>
            </a:r>
            <a:endParaRPr lang="en-US" sz="1500" b="0" u="none" strike="noStrike">
              <a:solidFill>
                <a:srgbClr val="000000"/>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US" sz="1500" b="0" u="none" strike="noStrike">
                <a:solidFill>
                  <a:srgbClr val="ffffff"/>
                </a:solidFill>
                <a:effectLst/>
                <a:uFillTx/>
                <a:latin typeface="Arial"/>
              </a:rPr>
              <a:t>Fifth Outline Level</a:t>
            </a:r>
            <a:endParaRPr lang="en-US" sz="1500" b="0" u="none" strike="noStrike">
              <a:solidFill>
                <a:srgbClr val="000000"/>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US" sz="1500" b="0" u="none" strike="noStrike">
                <a:solidFill>
                  <a:srgbClr val="ffffff"/>
                </a:solidFill>
                <a:effectLst/>
                <a:uFillTx/>
                <a:latin typeface="Arial"/>
              </a:rPr>
              <a:t>Sixth Outline Level</a:t>
            </a:r>
            <a:endParaRPr lang="en-US" sz="1500" b="0" u="none" strike="noStrike">
              <a:solidFill>
                <a:srgbClr val="000000"/>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US" sz="1500" b="0" u="none" strike="noStrike">
                <a:solidFill>
                  <a:srgbClr val="ffffff"/>
                </a:solidFill>
                <a:effectLst/>
                <a:uFillTx/>
                <a:latin typeface="Arial"/>
              </a:rPr>
              <a:t>Seventh Outline Level</a:t>
            </a:r>
            <a:endParaRPr lang="en-US" sz="1500" b="0" u="none" strike="noStrike">
              <a:solidFill>
                <a:srgbClr val="000000"/>
              </a:solidFill>
              <a:effectLst/>
              <a:uFillTx/>
              <a:latin typeface="Arial"/>
            </a:endParaRPr>
          </a:p>
        </p:txBody>
      </p:sp>
      <p:sp>
        <p:nvSpPr>
          <p:cNvPr id="11" name="PlaceHolder 3"/>
          <p:cNvSpPr>
            <a:spLocks noGrp="1"/>
          </p:cNvSpPr>
          <p:nvPr>
            <p:ph type="dt" idx="4"/>
          </p:nvPr>
        </p:nvSpPr>
        <p:spPr>
          <a:xfrm>
            <a:off x="504000" y="5164920"/>
            <a:ext cx="2347920" cy="390240"/>
          </a:xfrm>
          <a:prstGeom prst="rect">
            <a:avLst/>
          </a:prstGeom>
          <a:noFill/>
          <a:ln w="0">
            <a:noFill/>
          </a:ln>
        </p:spPr>
        <p:txBody>
          <a:bodyPr lIns="0" rIns="0" tIns="0" bIns="0" anchor="t">
            <a:noAutofit/>
          </a:bodyPr>
          <a:lstStyle>
            <a:lvl1pPr indent="0">
              <a:lnSpc>
                <a:spcPct val="100000"/>
              </a:lnSpc>
              <a:buNone/>
              <a:tabLst>
                <a:tab algn="l" pos="0"/>
              </a:tabLst>
              <a:defRPr lang="en-US" sz="1400" b="0" u="none" strike="noStrike">
                <a:solidFill>
                  <a:srgbClr val="ffffff"/>
                </a:solidFill>
                <a:effectLst/>
                <a:uFillTx/>
                <a:latin typeface="Arial"/>
              </a:defRPr>
            </a:lvl1pPr>
          </a:lstStyle>
          <a:p>
            <a:pPr indent="0">
              <a:lnSpc>
                <a:spcPct val="100000"/>
              </a:lnSpc>
              <a:buNone/>
              <a:tabLst>
                <a:tab algn="l" pos="0"/>
              </a:tabLst>
            </a:pPr>
            <a:r>
              <a:rPr lang="en-US" sz="1400" b="0" u="none" strike="noStrike">
                <a:solidFill>
                  <a:srgbClr val="ffffff"/>
                </a:solidFill>
                <a:effectLst/>
                <a:uFillTx/>
                <a:latin typeface="Arial"/>
              </a:rPr>
              <a:t>&lt;date/time&gt;</a:t>
            </a:r>
            <a:endParaRPr lang="en-US" sz="1400" b="0" u="none" strike="noStrike">
              <a:solidFill>
                <a:srgbClr val="000000"/>
              </a:solidFill>
              <a:effectLst/>
              <a:uFillTx/>
              <a:latin typeface="Noto Serif JP"/>
            </a:endParaRPr>
          </a:p>
        </p:txBody>
      </p:sp>
      <p:sp>
        <p:nvSpPr>
          <p:cNvPr id="12" name="PlaceHolder 4"/>
          <p:cNvSpPr>
            <a:spLocks noGrp="1"/>
          </p:cNvSpPr>
          <p:nvPr>
            <p:ph type="ftr" idx="5"/>
          </p:nvPr>
        </p:nvSpPr>
        <p:spPr>
          <a:xfrm>
            <a:off x="3447360" y="5164920"/>
            <a:ext cx="3194640" cy="390240"/>
          </a:xfrm>
          <a:prstGeom prst="rect">
            <a:avLst/>
          </a:prstGeom>
          <a:noFill/>
          <a:ln w="0">
            <a:noFill/>
          </a:ln>
        </p:spPr>
        <p:txBody>
          <a:bodyPr lIns="0" rIns="0" tIns="0" bIns="0" anchor="t">
            <a:noAutofit/>
          </a:bodyPr>
          <a:lstStyle>
            <a:lvl1pPr indent="0" algn="ctr">
              <a:lnSpc>
                <a:spcPct val="100000"/>
              </a:lnSpc>
              <a:buNone/>
              <a:tabLst>
                <a:tab algn="l" pos="0"/>
              </a:tabLst>
              <a:defRPr lang="en-US" sz="1400" b="0" u="none" strike="noStrike">
                <a:solidFill>
                  <a:srgbClr val="ffffff"/>
                </a:solidFill>
                <a:effectLst/>
                <a:uFillTx/>
                <a:latin typeface="Arial"/>
              </a:defRPr>
            </a:lvl1pPr>
          </a:lstStyle>
          <a:p>
            <a:pPr indent="0" algn="ctr">
              <a:lnSpc>
                <a:spcPct val="100000"/>
              </a:lnSpc>
              <a:buNone/>
              <a:tabLst>
                <a:tab algn="l" pos="0"/>
              </a:tabLst>
            </a:pPr>
            <a:r>
              <a:rPr lang="en-US" sz="1400" b="0" u="none" strike="noStrike">
                <a:solidFill>
                  <a:srgbClr val="ffffff"/>
                </a:solidFill>
                <a:effectLst/>
                <a:uFillTx/>
                <a:latin typeface="Arial"/>
              </a:rPr>
              <a:t>&lt;footer&gt;</a:t>
            </a:r>
            <a:endParaRPr lang="en-US" sz="1400" b="0" u="none" strike="noStrike">
              <a:solidFill>
                <a:srgbClr val="000000"/>
              </a:solidFill>
              <a:effectLst/>
              <a:uFillTx/>
              <a:latin typeface="Noto Serif JP"/>
            </a:endParaRPr>
          </a:p>
        </p:txBody>
      </p:sp>
      <p:sp>
        <p:nvSpPr>
          <p:cNvPr id="13" name="PlaceHolder 5"/>
          <p:cNvSpPr>
            <a:spLocks noGrp="1"/>
          </p:cNvSpPr>
          <p:nvPr>
            <p:ph type="sldNum" idx="6"/>
          </p:nvPr>
        </p:nvSpPr>
        <p:spPr>
          <a:xfrm>
            <a:off x="7227360" y="5164920"/>
            <a:ext cx="2347920" cy="390240"/>
          </a:xfrm>
          <a:prstGeom prst="rect">
            <a:avLst/>
          </a:prstGeom>
          <a:noFill/>
          <a:ln w="0">
            <a:noFill/>
          </a:ln>
        </p:spPr>
        <p:txBody>
          <a:bodyPr lIns="0" rIns="0" tIns="0" bIns="0" anchor="t">
            <a:noAutofit/>
          </a:bodyPr>
          <a:lstStyle>
            <a:lvl1pPr indent="0" algn="r">
              <a:lnSpc>
                <a:spcPct val="100000"/>
              </a:lnSpc>
              <a:buNone/>
              <a:tabLst>
                <a:tab algn="l" pos="0"/>
              </a:tabLst>
              <a:defRPr lang="en-US" sz="1400" b="0" u="none" strike="noStrike">
                <a:solidFill>
                  <a:srgbClr val="ffffff"/>
                </a:solidFill>
                <a:effectLst/>
                <a:uFillTx/>
                <a:latin typeface="Arial"/>
              </a:defRPr>
            </a:lvl1pPr>
          </a:lstStyle>
          <a:p>
            <a:pPr indent="0" algn="r">
              <a:lnSpc>
                <a:spcPct val="100000"/>
              </a:lnSpc>
              <a:buNone/>
              <a:tabLst>
                <a:tab algn="l" pos="0"/>
              </a:tabLst>
            </a:pPr>
            <a:fld id="{6C6DBD5A-9088-4F66-A902-B5E3F104CB6B}" type="slidenum">
              <a:rPr lang="en-US" sz="1400" b="0" u="none" strike="noStrike">
                <a:solidFill>
                  <a:srgbClr val="ffffff"/>
                </a:solidFill>
                <a:effectLst/>
                <a:uFillTx/>
                <a:latin typeface="Arial"/>
              </a:rPr>
              <a:t>&lt;number&gt;</a:t>
            </a:fld>
            <a:endParaRPr lang="en-US" sz="1400" b="0" u="none" strike="noStrike">
              <a:solidFill>
                <a:srgbClr val="000000"/>
              </a:solidFill>
              <a:effectLst/>
              <a:uFillTx/>
              <a:latin typeface="Noto Serif JP"/>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Standard">
    <p:spTree>
      <p:nvGrpSpPr>
        <p:cNvPr id="1" name=""/>
        <p:cNvGrpSpPr/>
        <p:nvPr/>
      </p:nvGrpSpPr>
      <p:grpSpPr>
        <a:xfrm>
          <a:off x="0" y="0"/>
          <a:ext cx="0" cy="0"/>
          <a:chOff x="0" y="0"/>
          <a:chExt cx="0" cy="0"/>
        </a:xfrm>
      </p:grpSpPr>
      <p:pic>
        <p:nvPicPr>
          <p:cNvPr id="14" name=""/>
          <p:cNvPicPr/>
          <p:nvPr/>
        </p:nvPicPr>
        <p:blipFill>
          <a:blip r:embed="rId2">
            <a:extLst>
              <a:ext uri="{96DAC541-7B7A-43D3-8B79-37D633B846F1}">
                <asvg:svgBlip xmlns:asvg="http://schemas.microsoft.com/office/drawing/2016/SVG/main" r:embed="rId3"/>
              </a:ext>
            </a:extLst>
          </a:blip>
          <a:stretch/>
        </p:blipFill>
        <p:spPr>
          <a:xfrm>
            <a:off x="0" y="0"/>
            <a:ext cx="10079640" cy="5669640"/>
          </a:xfrm>
          <a:prstGeom prst="rect">
            <a:avLst/>
          </a:prstGeom>
          <a:noFill/>
          <a:ln w="18000">
            <a:noFill/>
          </a:ln>
        </p:spPr>
      </p:pic>
      <p:sp>
        <p:nvSpPr>
          <p:cNvPr id="15" name="PlaceHolder 1"/>
          <p:cNvSpPr>
            <a:spLocks noGrp="1"/>
          </p:cNvSpPr>
          <p:nvPr>
            <p:ph type="title"/>
          </p:nvPr>
        </p:nvSpPr>
        <p:spPr>
          <a:xfrm>
            <a:off x="504000" y="225720"/>
            <a:ext cx="9071640" cy="946440"/>
          </a:xfrm>
          <a:prstGeom prst="rect">
            <a:avLst/>
          </a:prstGeom>
          <a:noFill/>
          <a:ln w="0">
            <a:noFill/>
          </a:ln>
        </p:spPr>
        <p:txBody>
          <a:bodyPr lIns="0" rIns="0" tIns="0" bIns="0" anchor="ctr">
            <a:noAutofit/>
          </a:bodyPr>
          <a:p>
            <a:pPr indent="0" algn="ctr">
              <a:lnSpc>
                <a:spcPct val="100000"/>
              </a:lnSpc>
              <a:buNone/>
              <a:tabLst>
                <a:tab algn="l" pos="0"/>
              </a:tabLst>
            </a:pPr>
            <a:r>
              <a:rPr lang="en-US" sz="3300" b="0" u="none" strike="noStrike">
                <a:solidFill>
                  <a:srgbClr val="000000"/>
                </a:solidFill>
                <a:effectLst/>
                <a:uFillTx/>
                <a:latin typeface="Arial"/>
              </a:rPr>
              <a:t>Click to edit the title text format</a:t>
            </a:r>
            <a:endParaRPr lang="en-US" sz="3300" b="0" u="none" strike="noStrike">
              <a:solidFill>
                <a:srgbClr val="000000"/>
              </a:solidFill>
              <a:effectLst/>
              <a:uFillTx/>
              <a:latin typeface="Arial"/>
            </a:endParaRPr>
          </a:p>
        </p:txBody>
      </p:sp>
      <p:sp>
        <p:nvSpPr>
          <p:cNvPr id="16" name="PlaceHolder 2"/>
          <p:cNvSpPr>
            <a:spLocks noGrp="1"/>
          </p:cNvSpPr>
          <p:nvPr>
            <p:ph type="body"/>
          </p:nvPr>
        </p:nvSpPr>
        <p:spPr>
          <a:xfrm>
            <a:off x="504000" y="1326600"/>
            <a:ext cx="9071640" cy="3287880"/>
          </a:xfrm>
          <a:prstGeom prst="rect">
            <a:avLst/>
          </a:prstGeom>
          <a:noFill/>
          <a:ln w="0">
            <a:noFill/>
          </a:ln>
        </p:spPr>
        <p:txBody>
          <a:bodyPr lIns="0" rIns="0" tIns="0" bIns="0" anchor="t">
            <a:normAutofit/>
          </a:bodyPr>
          <a:p>
            <a:pPr marL="432000" indent="-324000">
              <a:lnSpc>
                <a:spcPct val="100000"/>
              </a:lnSpc>
              <a:spcBef>
                <a:spcPts val="1060"/>
              </a:spcBef>
              <a:buClr>
                <a:srgbClr val="000000"/>
              </a:buClr>
              <a:buSzPct val="45000"/>
              <a:buFont typeface="Wingdings" charset="2"/>
              <a:buChar char=""/>
            </a:pPr>
            <a:r>
              <a:rPr lang="en-US" sz="2400" b="0" u="none" strike="noStrike">
                <a:solidFill>
                  <a:srgbClr val="000000"/>
                </a:solidFill>
                <a:effectLst/>
                <a:uFillTx/>
                <a:latin typeface="Arial"/>
              </a:rPr>
              <a:t>Click to edit the outline text format</a:t>
            </a:r>
            <a:endParaRPr lang="en-US" sz="2400" b="0" u="none" strike="noStrike">
              <a:solidFill>
                <a:srgbClr val="000000"/>
              </a:solidFill>
              <a:effectLst/>
              <a:uFillTx/>
              <a:latin typeface="Arial"/>
            </a:endParaRPr>
          </a:p>
          <a:p>
            <a:pPr marL="864000" lvl="1" indent="-324000">
              <a:lnSpc>
                <a:spcPct val="100000"/>
              </a:lnSpc>
              <a:spcBef>
                <a:spcPts val="850"/>
              </a:spcBef>
              <a:buClr>
                <a:srgbClr val="000000"/>
              </a:buClr>
              <a:buSzPct val="75000"/>
              <a:buFont typeface="Symbol" charset="2"/>
              <a:buChar char=""/>
            </a:pPr>
            <a:r>
              <a:rPr lang="en-US" sz="2100" b="0" u="none" strike="noStrike">
                <a:solidFill>
                  <a:srgbClr val="000000"/>
                </a:solidFill>
                <a:effectLst/>
                <a:uFillTx/>
                <a:latin typeface="Arial"/>
              </a:rPr>
              <a:t>Second Outline Level</a:t>
            </a:r>
            <a:endParaRPr lang="en-US" sz="2100" b="0" u="none" strike="noStrike">
              <a:solidFill>
                <a:srgbClr val="000000"/>
              </a:solidFill>
              <a:effectLst/>
              <a:uFillTx/>
              <a:latin typeface="Arial"/>
            </a:endParaRPr>
          </a:p>
          <a:p>
            <a:pPr marL="1296000" lvl="2" indent="-288000">
              <a:lnSpc>
                <a:spcPct val="100000"/>
              </a:lnSpc>
              <a:spcBef>
                <a:spcPts val="638"/>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nSpc>
                <a:spcPct val="100000"/>
              </a:lnSpc>
              <a:spcBef>
                <a:spcPts val="425"/>
              </a:spcBef>
              <a:buClr>
                <a:srgbClr val="000000"/>
              </a:buClr>
              <a:buSzPct val="75000"/>
              <a:buFont typeface="Symbol" charset="2"/>
              <a:buChar char=""/>
            </a:pPr>
            <a:r>
              <a:rPr lang="en-US" sz="1500" b="0" u="none" strike="noStrike">
                <a:solidFill>
                  <a:srgbClr val="000000"/>
                </a:solidFill>
                <a:effectLst/>
                <a:uFillTx/>
                <a:latin typeface="Arial"/>
              </a:rPr>
              <a:t>Fourth Outline Level</a:t>
            </a:r>
            <a:endParaRPr lang="en-US" sz="1500" b="0" u="none" strike="noStrike">
              <a:solidFill>
                <a:srgbClr val="000000"/>
              </a:solidFill>
              <a:effectLst/>
              <a:uFillTx/>
              <a:latin typeface="Arial"/>
            </a:endParaRPr>
          </a:p>
          <a:p>
            <a:pPr marL="2160000" lvl="4" indent="-216000">
              <a:lnSpc>
                <a:spcPct val="100000"/>
              </a:lnSpc>
              <a:spcBef>
                <a:spcPts val="213"/>
              </a:spcBef>
              <a:buClr>
                <a:srgbClr val="000000"/>
              </a:buClr>
              <a:buSzPct val="45000"/>
              <a:buFont typeface="Wingdings" charset="2"/>
              <a:buChar char=""/>
            </a:pPr>
            <a:r>
              <a:rPr lang="en-US" sz="1500" b="0" u="none" strike="noStrike">
                <a:solidFill>
                  <a:srgbClr val="000000"/>
                </a:solidFill>
                <a:effectLst/>
                <a:uFillTx/>
                <a:latin typeface="Arial"/>
              </a:rPr>
              <a:t>Fifth Outline Level</a:t>
            </a:r>
            <a:endParaRPr lang="en-US" sz="1500" b="0" u="none" strike="noStrike">
              <a:solidFill>
                <a:srgbClr val="000000"/>
              </a:solidFill>
              <a:effectLst/>
              <a:uFillTx/>
              <a:latin typeface="Arial"/>
            </a:endParaRPr>
          </a:p>
          <a:p>
            <a:pPr marL="2592000" lvl="5" indent="-216000">
              <a:lnSpc>
                <a:spcPct val="100000"/>
              </a:lnSpc>
              <a:spcBef>
                <a:spcPts val="213"/>
              </a:spcBef>
              <a:buClr>
                <a:srgbClr val="000000"/>
              </a:buClr>
              <a:buSzPct val="45000"/>
              <a:buFont typeface="Wingdings" charset="2"/>
              <a:buChar char=""/>
            </a:pPr>
            <a:r>
              <a:rPr lang="en-US" sz="1500" b="0" u="none" strike="noStrike">
                <a:solidFill>
                  <a:srgbClr val="000000"/>
                </a:solidFill>
                <a:effectLst/>
                <a:uFillTx/>
                <a:latin typeface="Arial"/>
              </a:rPr>
              <a:t>Sixth Outline Level</a:t>
            </a:r>
            <a:endParaRPr lang="en-US" sz="1500" b="0" u="none" strike="noStrike">
              <a:solidFill>
                <a:srgbClr val="000000"/>
              </a:solidFill>
              <a:effectLst/>
              <a:uFillTx/>
              <a:latin typeface="Arial"/>
            </a:endParaRPr>
          </a:p>
          <a:p>
            <a:pPr marL="3024000" lvl="6" indent="-216000">
              <a:lnSpc>
                <a:spcPct val="100000"/>
              </a:lnSpc>
              <a:spcBef>
                <a:spcPts val="213"/>
              </a:spcBef>
              <a:buClr>
                <a:srgbClr val="000000"/>
              </a:buClr>
              <a:buSzPct val="45000"/>
              <a:buFont typeface="Wingdings" charset="2"/>
              <a:buChar char=""/>
            </a:pPr>
            <a:r>
              <a:rPr lang="en-US" sz="1500" b="0" u="none" strike="noStrike">
                <a:solidFill>
                  <a:srgbClr val="000000"/>
                </a:solidFill>
                <a:effectLst/>
                <a:uFillTx/>
                <a:latin typeface="Arial"/>
              </a:rPr>
              <a:t>Seventh Outline Level</a:t>
            </a:r>
            <a:endParaRPr lang="en-US" sz="1500" b="0" u="none" strike="noStrike">
              <a:solidFill>
                <a:srgbClr val="000000"/>
              </a:solidFill>
              <a:effectLst/>
              <a:uFillTx/>
              <a:latin typeface="Arial"/>
            </a:endParaRPr>
          </a:p>
        </p:txBody>
      </p:sp>
      <p:sp>
        <p:nvSpPr>
          <p:cNvPr id="17" name="PlaceHolder 3"/>
          <p:cNvSpPr>
            <a:spLocks noGrp="1"/>
          </p:cNvSpPr>
          <p:nvPr>
            <p:ph type="dt" idx="7"/>
          </p:nvPr>
        </p:nvSpPr>
        <p:spPr>
          <a:xfrm>
            <a:off x="504000" y="5165280"/>
            <a:ext cx="2347920" cy="390600"/>
          </a:xfrm>
          <a:prstGeom prst="rect">
            <a:avLst/>
          </a:prstGeom>
          <a:noFill/>
          <a:ln w="0">
            <a:noFill/>
          </a:ln>
        </p:spPr>
        <p:txBody>
          <a:bodyPr lIns="0" rIns="0" tIns="0" bIns="0" anchor="t">
            <a:noAutofit/>
          </a:bodyPr>
          <a:lstStyle>
            <a:lvl1pPr indent="0">
              <a:lnSpc>
                <a:spcPct val="100000"/>
              </a:lnSpc>
              <a:buNone/>
              <a:tabLst>
                <a:tab algn="l" pos="0"/>
              </a:tabLst>
              <a:defRPr lang="en-US" sz="1400" b="0" u="none" strike="noStrike">
                <a:solidFill>
                  <a:srgbClr val="000000"/>
                </a:solidFill>
                <a:effectLst/>
                <a:uFillTx/>
                <a:latin typeface="Arial"/>
              </a:defRPr>
            </a:lvl1pPr>
          </a:lstStyle>
          <a:p>
            <a:pPr indent="0">
              <a:lnSpc>
                <a:spcPct val="100000"/>
              </a:lnSpc>
              <a:buNone/>
              <a:tabLst>
                <a:tab algn="l" pos="0"/>
              </a:tabLst>
            </a:pPr>
            <a:r>
              <a:rPr lang="en-US" sz="1400" b="0" u="none" strike="noStrike">
                <a:solidFill>
                  <a:srgbClr val="000000"/>
                </a:solidFill>
                <a:effectLst/>
                <a:uFillTx/>
                <a:latin typeface="Arial"/>
              </a:rPr>
              <a:t>&lt;date/time&gt;</a:t>
            </a:r>
            <a:endParaRPr lang="en-US" sz="1400" b="0" u="none" strike="noStrike">
              <a:solidFill>
                <a:srgbClr val="000000"/>
              </a:solidFill>
              <a:effectLst/>
              <a:uFillTx/>
              <a:latin typeface="Noto Serif JP"/>
            </a:endParaRPr>
          </a:p>
        </p:txBody>
      </p:sp>
      <p:sp>
        <p:nvSpPr>
          <p:cNvPr id="18" name="PlaceHolder 4"/>
          <p:cNvSpPr>
            <a:spLocks noGrp="1"/>
          </p:cNvSpPr>
          <p:nvPr>
            <p:ph type="ftr" idx="8"/>
          </p:nvPr>
        </p:nvSpPr>
        <p:spPr>
          <a:xfrm>
            <a:off x="3447360" y="5165280"/>
            <a:ext cx="3194640" cy="390600"/>
          </a:xfrm>
          <a:prstGeom prst="rect">
            <a:avLst/>
          </a:prstGeom>
          <a:noFill/>
          <a:ln w="0">
            <a:noFill/>
          </a:ln>
        </p:spPr>
        <p:txBody>
          <a:bodyPr lIns="0" rIns="0" tIns="0" bIns="0" anchor="t">
            <a:noAutofit/>
          </a:bodyPr>
          <a:lstStyle>
            <a:lvl1pPr indent="0" algn="ctr">
              <a:lnSpc>
                <a:spcPct val="100000"/>
              </a:lnSpc>
              <a:buNone/>
              <a:tabLst>
                <a:tab algn="l" pos="0"/>
              </a:tabLst>
              <a:defRPr lang="en-US" sz="1400" b="0" u="none" strike="noStrike">
                <a:solidFill>
                  <a:srgbClr val="000000"/>
                </a:solidFill>
                <a:effectLst/>
                <a:uFillTx/>
                <a:latin typeface="Arial"/>
              </a:defRPr>
            </a:lvl1pPr>
          </a:lstStyle>
          <a:p>
            <a:pPr indent="0" algn="ctr">
              <a:lnSpc>
                <a:spcPct val="100000"/>
              </a:lnSpc>
              <a:buNone/>
              <a:tabLst>
                <a:tab algn="l" pos="0"/>
              </a:tabLst>
            </a:pPr>
            <a:r>
              <a:rPr lang="en-US" sz="1400" b="0" u="none" strike="noStrike">
                <a:solidFill>
                  <a:srgbClr val="000000"/>
                </a:solidFill>
                <a:effectLst/>
                <a:uFillTx/>
                <a:latin typeface="Arial"/>
              </a:rPr>
              <a:t>&lt;footer&gt;</a:t>
            </a:r>
            <a:endParaRPr lang="en-US" sz="1400" b="0" u="none" strike="noStrike">
              <a:solidFill>
                <a:srgbClr val="000000"/>
              </a:solidFill>
              <a:effectLst/>
              <a:uFillTx/>
              <a:latin typeface="Noto Serif JP"/>
            </a:endParaRPr>
          </a:p>
        </p:txBody>
      </p:sp>
      <p:sp>
        <p:nvSpPr>
          <p:cNvPr id="19" name="PlaceHolder 5"/>
          <p:cNvSpPr>
            <a:spLocks noGrp="1"/>
          </p:cNvSpPr>
          <p:nvPr>
            <p:ph type="sldNum" idx="9"/>
          </p:nvPr>
        </p:nvSpPr>
        <p:spPr>
          <a:xfrm>
            <a:off x="7227360" y="5165280"/>
            <a:ext cx="2347920" cy="390600"/>
          </a:xfrm>
          <a:prstGeom prst="rect">
            <a:avLst/>
          </a:prstGeom>
          <a:noFill/>
          <a:ln w="0">
            <a:noFill/>
          </a:ln>
        </p:spPr>
        <p:txBody>
          <a:bodyPr lIns="0" rIns="0" tIns="0" bIns="0" anchor="t">
            <a:noAutofit/>
          </a:bodyPr>
          <a:lstStyle>
            <a:lvl1pPr indent="0" algn="r">
              <a:lnSpc>
                <a:spcPct val="100000"/>
              </a:lnSpc>
              <a:buNone/>
              <a:tabLst>
                <a:tab algn="l" pos="0"/>
              </a:tabLst>
              <a:defRPr lang="en-US" sz="1400" b="0" u="none" strike="noStrike">
                <a:solidFill>
                  <a:srgbClr val="000000"/>
                </a:solidFill>
                <a:effectLst/>
                <a:uFillTx/>
                <a:latin typeface="Arial"/>
              </a:defRPr>
            </a:lvl1pPr>
          </a:lstStyle>
          <a:p>
            <a:pPr indent="0" algn="r">
              <a:lnSpc>
                <a:spcPct val="100000"/>
              </a:lnSpc>
              <a:buNone/>
              <a:tabLst>
                <a:tab algn="l" pos="0"/>
              </a:tabLst>
            </a:pPr>
            <a:fld id="{AC85AC3A-E809-4D31-AAAA-DD830A75F0AD}" type="slidenum">
              <a:rPr lang="en-US" sz="1400" b="0" u="none" strike="noStrike">
                <a:solidFill>
                  <a:srgbClr val="000000"/>
                </a:solidFill>
                <a:effectLst/>
                <a:uFillTx/>
                <a:latin typeface="Arial"/>
              </a:rPr>
              <a:t>&lt;number&gt;</a:t>
            </a:fld>
            <a:endParaRPr lang="en-US" sz="1400" b="0" u="none" strike="noStrike">
              <a:solidFill>
                <a:srgbClr val="000000"/>
              </a:solidFill>
              <a:effectLst/>
              <a:uFillTx/>
              <a:latin typeface="Noto Serif JP"/>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 name="PlaceHolder 1"/>
          <p:cNvSpPr>
            <a:spLocks noGrp="1"/>
          </p:cNvSpPr>
          <p:nvPr>
            <p:ph type="title"/>
          </p:nvPr>
        </p:nvSpPr>
        <p:spPr>
          <a:xfrm>
            <a:off x="540000" y="467640"/>
            <a:ext cx="9071640" cy="1296360"/>
          </a:xfrm>
          <a:prstGeom prst="rect">
            <a:avLst/>
          </a:prstGeom>
          <a:noFill/>
          <a:ln w="0">
            <a:noFill/>
          </a:ln>
        </p:spPr>
        <p:txBody>
          <a:bodyPr lIns="0" rIns="0" tIns="0" bIns="0" anchor="ctr">
            <a:spAutoFit/>
          </a:bodyPr>
          <a:p>
            <a:pPr indent="0" algn="ctr">
              <a:lnSpc>
                <a:spcPct val="100000"/>
              </a:lnSpc>
              <a:buNone/>
              <a:tabLst>
                <a:tab algn="l" pos="0"/>
              </a:tabLst>
            </a:pPr>
            <a:r>
              <a:rPr lang="en-US" sz="4400" b="0" u="none" strike="noStrike">
                <a:solidFill>
                  <a:srgbClr val="ffffff"/>
                </a:solidFill>
                <a:effectLst/>
                <a:uFillTx/>
                <a:latin typeface="Arial"/>
              </a:rPr>
              <a:t>Lorem Ipsum</a:t>
            </a:r>
            <a:endParaRPr lang="en-US" sz="4400" b="0" u="none" strike="noStrike">
              <a:solidFill>
                <a:srgbClr val="000000"/>
              </a:solidFill>
              <a:effectLst/>
              <a:uFillTx/>
              <a:latin typeface="Arial"/>
            </a:endParaRPr>
          </a:p>
        </p:txBody>
      </p:sp>
      <p:sp>
        <p:nvSpPr>
          <p:cNvPr id="21" name="PlaceHolder 2"/>
          <p:cNvSpPr>
            <a:spLocks noGrp="1"/>
          </p:cNvSpPr>
          <p:nvPr>
            <p:ph type="subTitle"/>
          </p:nvPr>
        </p:nvSpPr>
        <p:spPr>
          <a:xfrm>
            <a:off x="1476000" y="1925640"/>
            <a:ext cx="7199640" cy="2754360"/>
          </a:xfrm>
          <a:prstGeom prst="rect">
            <a:avLst/>
          </a:prstGeom>
          <a:noFill/>
          <a:ln w="0">
            <a:noFill/>
          </a:ln>
        </p:spPr>
        <p:txBody>
          <a:bodyPr lIns="0" rIns="0" tIns="0" bIns="0" anchor="ctr">
            <a:spAutoFit/>
          </a:bodyPr>
          <a:p>
            <a:pPr indent="0" algn="ctr">
              <a:lnSpc>
                <a:spcPct val="100000"/>
              </a:lnSpc>
              <a:spcBef>
                <a:spcPts val="1191"/>
              </a:spcBef>
              <a:spcAft>
                <a:spcPts val="992"/>
              </a:spcAft>
              <a:buNone/>
              <a:tabLst>
                <a:tab algn="l" pos="0"/>
              </a:tabLst>
            </a:pPr>
            <a:r>
              <a:rPr lang="en-US" sz="1400" b="1" u="none" strike="noStrike">
                <a:solidFill>
                  <a:srgbClr val="ffffff"/>
                </a:solidFill>
                <a:effectLst/>
                <a:uFillTx/>
                <a:latin typeface="Arial"/>
              </a:rPr>
              <a:t>What is Lorem Ipsum?</a:t>
            </a:r>
            <a:endParaRPr lang="en-US" sz="1400" b="0" u="none" strike="noStrike">
              <a:solidFill>
                <a:srgbClr val="000000"/>
              </a:solidFill>
              <a:effectLst/>
              <a:uFillTx/>
              <a:latin typeface="Arial"/>
            </a:endParaRPr>
          </a:p>
          <a:p>
            <a:pPr indent="0">
              <a:lnSpc>
                <a:spcPct val="100000"/>
              </a:lnSpc>
              <a:spcBef>
                <a:spcPts val="1191"/>
              </a:spcBef>
              <a:spcAft>
                <a:spcPts val="992"/>
              </a:spcAft>
              <a:buNone/>
              <a:tabLst>
                <a:tab algn="l" pos="0"/>
              </a:tabLst>
            </a:pPr>
            <a:r>
              <a:rPr lang="en-US" sz="1400" b="0" u="none" strike="noStrike">
                <a:solidFill>
                  <a:srgbClr val="ffffff"/>
                </a:solidFill>
                <a:effectLst/>
                <a:uFillTx/>
                <a:latin typeface="Arial"/>
              </a:rPr>
              <a:t>Lorem Ipsum is simply dummy text of the printing and typesetting industry. Lorem Ipsum has been the industry's standard dummy text ever since 1966, when designers at Letraset and James Mosley, the librarian at St Bride Printing Library in London, took a 1914 Cicero translation and scrambled it to make dummy text for Letraset's Body Type sheets. It has survived not only many decades, but also the leap into electronic typesetting, remaining essentially unchanged. It was popularised thanks to these sheets and more recently with desktop publishing software like Aldus PageMaker and Microsoft Word including versions of Lorem Ipsum.</a:t>
            </a:r>
            <a:endParaRPr lang="en-US" sz="1400" b="0" u="none" strike="noStrike">
              <a:solidFill>
                <a:srgbClr val="000000"/>
              </a:solidFill>
              <a:effectLst/>
              <a:uFillTx/>
              <a:latin typeface="Arial"/>
            </a:endParaRPr>
          </a:p>
          <a:p>
            <a:pPr indent="0">
              <a:lnSpc>
                <a:spcPct val="100000"/>
              </a:lnSpc>
              <a:spcBef>
                <a:spcPts val="1191"/>
              </a:spcBef>
              <a:spcAft>
                <a:spcPts val="992"/>
              </a:spcAft>
              <a:buNone/>
              <a:tabLst>
                <a:tab algn="l" pos="0"/>
              </a:tabLst>
            </a:pP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 name="PlaceHolder 1"/>
          <p:cNvSpPr>
            <a:spLocks noGrp="1"/>
          </p:cNvSpPr>
          <p:nvPr>
            <p:ph type="title"/>
          </p:nvPr>
        </p:nvSpPr>
        <p:spPr>
          <a:xfrm>
            <a:off x="504000" y="225360"/>
            <a:ext cx="9071640" cy="947160"/>
          </a:xfrm>
          <a:prstGeom prst="rect">
            <a:avLst/>
          </a:prstGeom>
          <a:noFill/>
          <a:ln w="0">
            <a:noFill/>
          </a:ln>
        </p:spPr>
        <p:txBody>
          <a:bodyPr lIns="0" rIns="0" tIns="0" bIns="0" anchor="ctr">
            <a:spAutoFit/>
          </a:bodyPr>
          <a:p>
            <a:pPr indent="0" algn="ctr">
              <a:lnSpc>
                <a:spcPct val="100000"/>
              </a:lnSpc>
              <a:buNone/>
              <a:tabLst>
                <a:tab algn="l" pos="0"/>
              </a:tabLst>
            </a:pPr>
            <a:r>
              <a:rPr lang="en-US" sz="3300" b="0" u="none" strike="noStrike">
                <a:solidFill>
                  <a:srgbClr val="000000"/>
                </a:solidFill>
                <a:effectLst/>
                <a:uFillTx/>
                <a:latin typeface="Arial"/>
              </a:rPr>
              <a:t>Lorem Ipsum</a:t>
            </a:r>
            <a:endParaRPr lang="en-US" sz="3300" b="0" u="none" strike="noStrike">
              <a:solidFill>
                <a:srgbClr val="000000"/>
              </a:solidFill>
              <a:effectLst/>
              <a:uFillTx/>
              <a:latin typeface="Arial"/>
            </a:endParaRPr>
          </a:p>
        </p:txBody>
      </p:sp>
      <p:graphicFrame>
        <p:nvGraphicFramePr>
          <p:cNvPr id="23" name=""/>
          <p:cNvGraphicFramePr/>
          <p:nvPr/>
        </p:nvGraphicFramePr>
        <p:xfrm>
          <a:off x="720000" y="2520000"/>
          <a:ext cx="5760000" cy="2752920"/>
        </p:xfrm>
        <a:graphic>
          <a:graphicData uri="http://schemas.openxmlformats.org/drawingml/2006/chart">
            <c:chart xmlns:c="http://schemas.openxmlformats.org/drawingml/2006/chart" xmlns:r="http://schemas.openxmlformats.org/officeDocument/2006/relationships" r:id="rId1"/>
          </a:graphicData>
        </a:graphic>
      </p:graphicFrame>
      <p:sp>
        <p:nvSpPr>
          <p:cNvPr id="24" name=""/>
          <p:cNvSpPr/>
          <p:nvPr/>
        </p:nvSpPr>
        <p:spPr>
          <a:xfrm>
            <a:off x="1296000" y="1188000"/>
            <a:ext cx="7559640" cy="1454040"/>
          </a:xfrm>
          <a:prstGeom prst="rect">
            <a:avLst/>
          </a:prstGeom>
          <a:noFill/>
          <a:ln w="18000">
            <a:noFill/>
          </a:ln>
        </p:spPr>
        <p:style>
          <a:lnRef idx="0"/>
          <a:fillRef idx="0"/>
          <a:effectRef idx="0"/>
          <a:fontRef idx="minor"/>
        </p:style>
        <p:txBody>
          <a:bodyPr lIns="90000" rIns="90000" tIns="45000" bIns="45000" anchor="t">
            <a:spAutoFit/>
          </a:bodyPr>
          <a:p>
            <a:pPr algn="ctr">
              <a:lnSpc>
                <a:spcPct val="100000"/>
              </a:lnSpc>
              <a:spcBef>
                <a:spcPts val="1191"/>
              </a:spcBef>
              <a:spcAft>
                <a:spcPts val="992"/>
              </a:spcAft>
            </a:pPr>
            <a:r>
              <a:rPr lang="en-US" sz="1600" b="1" u="none" strike="noStrike">
                <a:solidFill>
                  <a:srgbClr val="000000"/>
                </a:solidFill>
                <a:effectLst/>
                <a:uFillTx/>
                <a:latin typeface="Arial"/>
              </a:rPr>
              <a:t>Why do we use it?</a:t>
            </a:r>
            <a:endParaRPr lang="en-US" sz="1600" b="0" u="none" strike="noStrike">
              <a:solidFill>
                <a:srgbClr val="000000"/>
              </a:solidFill>
              <a:effectLst/>
              <a:uFillTx/>
              <a:latin typeface="Arial"/>
            </a:endParaRPr>
          </a:p>
          <a:p>
            <a:pPr>
              <a:lnSpc>
                <a:spcPct val="100000"/>
              </a:lnSpc>
            </a:pPr>
            <a:r>
              <a:rPr lang="en-US" sz="1000" b="0" u="none" strike="noStrike">
                <a:solidFill>
                  <a:srgbClr val="000000"/>
                </a:solidFill>
                <a:effectLst/>
                <a:uFillTx/>
                <a:latin typeface="Arial"/>
              </a:rPr>
              <a:t>It is a long established fact that a reader will be distracted by the readable content of a page when looking at its layout. The point of using Lorem Ipsum is that it has a more-or-less normal distribution of letters, as opposed to using 'Content here, content here', making it look like readable English. Many desktop publishing packages and web page editors now use Lorem Ipsum as their default model text, and a search for 'lorem ipsum' will uncover many web sites still in their infancy. Various versions have evolved over the years, sometimes by accident, sometimes on purpose (injected humour and the like).</a:t>
            </a:r>
            <a:endParaRPr lang="en-US" sz="1000" b="0" u="none" strike="noStrike">
              <a:solidFill>
                <a:srgbClr val="000000"/>
              </a:solidFill>
              <a:effectLst/>
              <a:uFillTx/>
              <a:latin typeface="Arial"/>
            </a:endParaRPr>
          </a:p>
          <a:p>
            <a:pPr>
              <a:lnSpc>
                <a:spcPct val="100000"/>
              </a:lnSpc>
            </a:pPr>
            <a:endParaRPr lang="en-US" sz="1000" b="0" u="none" strike="noStrike">
              <a:solidFill>
                <a:srgbClr val="000000"/>
              </a:solidFill>
              <a:effectLst/>
              <a:uFillTx/>
              <a:latin typeface="Arial"/>
            </a:endParaRPr>
          </a:p>
        </p:txBody>
      </p:sp>
      <p:pic>
        <p:nvPicPr>
          <p:cNvPr id="25" name=""/>
          <p:cNvPicPr/>
          <p:nvPr/>
        </p:nvPicPr>
        <p:blipFill>
          <a:blip r:embed="rId2">
            <a:extLst>
              <a:ext uri="{96DAC541-7B7A-43D3-8B79-37D633B846F1}">
                <asvg:svgBlip xmlns:asvg="http://schemas.microsoft.com/office/drawing/2016/SVG/main" r:embed="rId3"/>
              </a:ext>
            </a:extLst>
          </a:blip>
          <a:stretch/>
        </p:blipFill>
        <p:spPr>
          <a:xfrm>
            <a:off x="6948000" y="2827080"/>
            <a:ext cx="2099520" cy="221292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86</TotalTime>
  <Application>LibreOffice/25.8.4.2$Windows_X86_64 LibreOffice_project/290daaa01b999472f0c7a3890eb6a550fd74c6df</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2026-07-14T10:23:51Z</dcterms:created>
  <dc:creator/>
  <dc:description>This work is licensed under a Creative Commons Attribution-ShareAlike 3.0 Unported License.
It makes use of the works of Mateus Machado Luna.
SVG pictures were made by Rizmut.</dc:description>
  <dc:language>ja-JP</dc:language>
  <cp:lastModifiedBy/>
  <dcterms:modified xsi:type="dcterms:W3CDTF">2026-07-14T12:10:51Z</dcterms:modified>
  <cp:revision>3</cp:revision>
  <dc:subject/>
  <dc:title>Blueprint Plans</dc:title>
</cp:coreProperties>
</file>

<file path=docProps/custom.xml><?xml version="1.0" encoding="utf-8"?>
<Properties xmlns="http://schemas.openxmlformats.org/officeDocument/2006/custom-properties" xmlns:vt="http://schemas.openxmlformats.org/officeDocument/2006/docPropsVTypes"/>
</file>